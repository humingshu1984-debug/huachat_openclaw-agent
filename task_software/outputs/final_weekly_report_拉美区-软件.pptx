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96.43%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92.86%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92.31%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89.74%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92.31%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84.62%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90.24%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90.24%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84.81%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83.54%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84.78%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78.26%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81.15%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77.87%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72.5%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产品市场部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88.78%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86.56%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588 人，整体完成率 88.78%。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南洋区（100.0%）、墨西哥区（100.0%）、大洋洲区（100.0%）。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西欧区（77.5%）、集成商业务部（66.67%）、产品市场部（0.0%），建议重点跟进未完成人员。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排名提升：英国区（9→7）、巴西区（7→6）。</a:t>
            </a:r>
          </a:p>
          <a:p>
            <a:pPr>
              <a:defRPr sz="1000">
                <a:latin typeface="微软雅黑"/>
              </a:defRPr>
            </a:pPr>
            <a:r>
              <a:t>5. 排名下滑：国际合作部（6→8）、欧亚区（8→9）。</a:t>
            </a:r>
          </a:p>
          <a:p>
            <a:pPr>
              <a:defRPr sz="1000">
                <a:latin typeface="微软雅黑"/>
              </a:defRPr>
            </a:pPr>
            <a:r>
              <a:t>6. 完成率提升：英国区 提升 7.69 个百分点（84.62%→92.31%）。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