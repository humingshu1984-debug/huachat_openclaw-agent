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83.93%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83.93%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56.91%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56.91%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46.34%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46.34%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34.09%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31.25%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31.25%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29.27%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29.27%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17.74%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17.74%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42.53%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616 人，整体完成率 42.53%。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拉美区（83.93%）、中东北非区（56.91%）、非洲区（50.0%）。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南洋区（17.74%）、墨西哥区（17.39%）、产品市场部（0.0%），建议重点跟进未完成人员。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