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98.18%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98.18%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88.89%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88.89%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86.36%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86.36%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80.49%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80.49%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78.69%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78.69%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71.31%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71.31%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66.67%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66.67%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65.62%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65.62%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64.29%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64.29%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59.57%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59.57%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57.32%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57.32%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53.85%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53.85%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52.5%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52.5%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产品市场部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69.4%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69.4%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latin typeface="微软雅黑"/>
              </a:defRPr>
            </a:pPr>
            <a:r>
              <a:t>本轮学习情况分析</a:t>
            </a:r>
          </a:p>
          <a:p>
            <a:pPr>
              <a:defRPr sz="1000">
                <a:latin typeface="微软雅黑"/>
              </a:defRPr>
            </a:pPr>
            <a:r>
              <a:t>1. 整体情况：本轮总参与人数 598 人，整体完成率 69.4%。</a:t>
            </a:r>
          </a:p>
          <a:p>
            <a:pPr>
              <a:defRPr sz="1000">
                <a:latin typeface="微软雅黑"/>
              </a:defRPr>
            </a:pPr>
            <a:r>
              <a:t>2. 领先小组：前3名为 拉美区（98.18%）、大洋洲区（88.89%）、墨西哥区（86.36%）。</a:t>
            </a:r>
          </a:p>
          <a:p>
            <a:pPr>
              <a:defRPr sz="1000">
                <a:latin typeface="微软雅黑"/>
              </a:defRPr>
            </a:pPr>
            <a:r>
              <a:t>3. 待提升小组：后3名为 西欧区（52.5%）、英国区（50.0%）、产品市场部（0.0%），建议重点跟进未完成人员。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