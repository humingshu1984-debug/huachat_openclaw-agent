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98.33%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96.72%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89.29%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78.57%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85.37%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87.18%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84.38%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84.38%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79.27%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69.51%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78.26%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67.39%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77.05%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76.23%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56.25%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84.23%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79.06%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596 人，整体完成率 84.23%。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墨西哥区（100.0%）、拉美区（100.0%）、大洋洲区（100.0%）。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集成商业务部（66.67%）、英国区（62.5%）、产品市场部（0.0%），建议重点跟进未完成人员。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排名提升：巴西区（11→7）、非洲区（7→5）。</a:t>
            </a:r>
          </a:p>
          <a:p>
            <a:pPr>
              <a:defRPr sz="1000">
                <a:latin typeface="微软雅黑"/>
              </a:defRPr>
            </a:pPr>
            <a:r>
              <a:t>5. 排名下滑：中东北非区（8→11）、欧亚区（6→8）。</a:t>
            </a:r>
          </a:p>
          <a:p>
            <a:pPr>
              <a:defRPr sz="1000">
                <a:latin typeface="微软雅黑"/>
              </a:defRPr>
            </a:pPr>
            <a:r>
              <a:t>6. 完成率提升：巴西区 提升 20.51 个百分点（66.67%→87.18%）。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