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58457ea0_1_7">
            <a:extLst>
              <a:ext uri="{FF2B5EF4-FFF2-40B4-BE49-F238E27FC236}">
                <a16:creationId xmlns:a16="http://schemas.microsoft.com/office/drawing/2014/main" id="{D8AAC47C-9108-4AD8-A6D1-1A108D96F9F7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2026-04-16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04799" y="1552711"/>
          <a:ext cx="6519473" cy="4378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353"/>
                <a:gridCol w="931353"/>
                <a:gridCol w="931353"/>
                <a:gridCol w="931353"/>
                <a:gridCol w="931353"/>
                <a:gridCol w="931353"/>
                <a:gridCol w="931355"/>
              </a:tblGrid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上一轮学习完成率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97.73%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84.78%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96.43%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96.43%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94.87%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92.31%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92.31%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92.31%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90.24%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90.24%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88.24%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81.15%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87.5%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87.5%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87.34%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84.81%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82.05%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77.5%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集成商业务部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66.67%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66.67%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产品市场部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575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92.1%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88.78%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6583680" y="10972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latin typeface="微软雅黑"/>
              </a:defRPr>
            </a:pPr>
            <a:r>
              <a:t>本轮学习情况分析</a:t>
            </a:r>
          </a:p>
          <a:p>
            <a:pPr>
              <a:defRPr sz="1000">
                <a:latin typeface="微软雅黑"/>
              </a:defRPr>
            </a:pPr>
            <a:r>
              <a:t>1. 整体情况：本轮总参与人数 582 人，整体完成率 92.1%。</a:t>
            </a:r>
          </a:p>
          <a:p>
            <a:pPr>
              <a:defRPr sz="1000">
                <a:latin typeface="微软雅黑"/>
              </a:defRPr>
            </a:pPr>
            <a:r>
              <a:t>2. 领先小组：前3名为 南洋区（100.0%）、墨西哥区（100.0%）、大洋洲区（100.0%）。</a:t>
            </a:r>
          </a:p>
          <a:p>
            <a:pPr>
              <a:defRPr sz="1000">
                <a:latin typeface="微软雅黑"/>
              </a:defRPr>
            </a:pPr>
            <a:r>
              <a:t>3. 待提升小组：后3名为 西欧区（82.05%）、集成商业务部（66.67%）、产品市场部（0.0%），建议重点跟进未完成人员。</a:t>
            </a:r>
          </a:p>
          <a:p>
            <a:pPr>
              <a:defRPr sz="1000">
                <a:latin typeface="微软雅黑"/>
              </a:defRPr>
            </a:pPr>
            <a:r>
              <a:t>4. 排名提升：东北欧区（11→5）、中东北非区（12→10）。</a:t>
            </a:r>
          </a:p>
          <a:p>
            <a:pPr>
              <a:defRPr sz="1000">
                <a:latin typeface="微软雅黑"/>
              </a:defRPr>
            </a:pPr>
            <a:r>
              <a:t>5. 排名下滑：东南亚区（10→12）、欧亚区（9→11）。</a:t>
            </a:r>
          </a:p>
          <a:p>
            <a:pPr>
              <a:defRPr sz="1000">
                <a:latin typeface="微软雅黑"/>
              </a:defRPr>
            </a:pPr>
            <a:r>
              <a:t>6. 完成率提升：东北欧区 提升 12.95 个百分点（84.78%→97.73%）。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318</Words>
  <Application>Microsoft Office PowerPoint</Application>
  <PresentationFormat>宽屏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内训覆盖42%,XXX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504</cp:revision>
  <dcterms:created xsi:type="dcterms:W3CDTF">2025-03-24T01:45:08Z</dcterms:created>
  <dcterms:modified xsi:type="dcterms:W3CDTF">2026-04-16T11:23:24Z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d46a6755_b77b54e0_58457ea007ee40e34735a61ad824642c449803a332cb7f90b3442b7f9fc116e5_47f7d3bd7a588c8c18c0632b9e0d61a5779744d1f8a3196113846b3ccc7c8cac</vt:lpwstr>
  </property>
  <property fmtid="{D5CDD505-2E9C-101B-9397-08002B2CF9AE}" pid="5" name="GSEDS_HWMT_d46a6755">
    <vt:lpwstr>f2457335_mFV3xD84Jik3OMpOk3v/rWLywjA=_8QYrr15fIzUrXb1P4gKfrrlCuFixJbQLDZjFCqUN8G4qhq+0m9yaPaAGkuZABU9LII/VbXTYIraNTfvRdzAD+nzy+lY=_a969955c</vt:lpwstr>
  </property>
</Properties>
</file>