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98.18%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98.18%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88.89%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88.89%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88.52%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88.52%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82.93%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82.93%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81.25%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81.25%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71.43%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71.31%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71.31%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63.41%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63.41%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56.25%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56.25%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53.85%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53.85%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73.41%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73.41%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598 人，整体完成率 73.41%。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墨西哥区（100.0%）、拉美区（98.18%）、大洋洲区（88.89%）。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巴西区（53.85%）、西欧区（52.5%）、产品市场部（0.0%），建议重点跟进未完成人员。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