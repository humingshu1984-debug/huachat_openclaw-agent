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98.33%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96.72%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87.8%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85.37%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85.71%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78.57%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84.38%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84.38%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79.27%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69.51%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77.05%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76.23%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69.23%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67.39%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67.39%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65.0%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56.25%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产品市场部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81.71%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79.06%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596 人，整体完成率 81.71%。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墨西哥区（100.0%）、拉美区（100.0%）、大洋洲区（100.0%）。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西欧区（65.0%）、英国区（62.5%）、产品市场部（0.0%），建议重点跟进未完成人员。</a:t>
            </a:r>
          </a:p>
          <a:p>
            <a:pPr>
              <a:defRPr sz="1000">
                <a:latin typeface="微软雅黑"/>
              </a:defRPr>
            </a:pPr>
            <a:r>
              <a:t>4. 排名提升：非洲区（7→6）、东南亚区（9→8）。</a:t>
            </a:r>
          </a:p>
          <a:p>
            <a:pPr>
              <a:defRPr sz="1000">
                <a:latin typeface="微软雅黑"/>
              </a:defRPr>
            </a:pPr>
            <a:r>
              <a:t>5. 排名下滑：欧亚区（6→7）、中东北非区（8→9）。</a:t>
            </a:r>
          </a:p>
          <a:p>
            <a:pPr>
              <a:defRPr sz="1000">
                <a:latin typeface="微软雅黑"/>
              </a:defRPr>
            </a:pPr>
            <a:r>
              <a:t>6. 完成率提升：东南亚区 提升 9.76 个百分点（69.51%→79.27%）。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