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31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7" name="Lillian Tong 童丽媛" initials="LT童" lastIdx="1" clrIdx="6"/>
  <p:cmAuthor id="272692294" name="LY。" initials="L" lastIdx="1" clrIdx="8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569" autoAdjust="0"/>
  </p:normalViewPr>
  <p:slideViewPr>
    <p:cSldViewPr snapToGrid="0" showGuides="1">
      <p:cViewPr varScale="1">
        <p:scale>
          <a:sx n="73" d="100"/>
          <a:sy n="73" d="100"/>
        </p:scale>
        <p:origin x="204" y="52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58457ea0_1_7">
            <a:extLst>
              <a:ext uri="{FF2B5EF4-FFF2-40B4-BE49-F238E27FC236}">
                <a16:creationId xmlns:a16="http://schemas.microsoft.com/office/drawing/2014/main" id="{D8AAC47C-9108-4AD8-A6D1-1A108D96F9F7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2026-04-16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204493" y="1487522"/>
            <a:ext cx="10965532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极客行动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内训覆盖</a:t>
            </a:r>
            <a:r>
              <a:rPr lang="en-US" altLang="zh-CN" sz="1600" dirty="0">
                <a:solidFill>
                  <a:srgbClr val="FF0000"/>
                </a:solidFill>
              </a:rPr>
              <a:t>42%,XXX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840C5C-E881-4779-B2EF-6321146D0820}"/>
              </a:ext>
            </a:extLst>
          </p:cNvPr>
          <p:cNvSpPr txBox="1"/>
          <p:nvPr/>
        </p:nvSpPr>
        <p:spPr>
          <a:xfrm>
            <a:off x="6824271" y="1659169"/>
            <a:ext cx="375794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能力地图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内训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赋能进展：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截至 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19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号，海外整体课程学习任务完成率为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42.24%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，</a:t>
            </a:r>
            <a:endParaRPr kumimoji="0" lang="en-US" altLang="zh-CN" sz="10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marR="0" lvl="0" indent="-171450" defTabSz="914400" rtl="0" eaLnBrk="1" fontAlgn="auto" latinLnBrk="0" hangingPunct="1"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目前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非洲区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课程任务的完成率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100%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en-US" sz="10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中东北非区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课程任务的完成率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74.33%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，赋能覆盖进展较好，大区对能力地图的学习组织和管理动作有效配套落地。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巴西、拉美、东南亚、墨西哥、西欧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的课程任务的完成率低于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30%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，需要重点关注进度推进。</a:t>
            </a:r>
            <a:endParaRPr lang="en-US" altLang="zh-CN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针对本地员工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英语学习困难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等客观问题，单点同步总部，推进本地化考察结合模式，完成整体赋能落地。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5982598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04799" y="1552711"/>
          <a:ext cx="6519473" cy="4378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353"/>
                <a:gridCol w="931353"/>
                <a:gridCol w="931353"/>
                <a:gridCol w="931353"/>
                <a:gridCol w="931353"/>
                <a:gridCol w="931353"/>
                <a:gridCol w="931355"/>
              </a:tblGrid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上一轮学习完成率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46.43%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1.79%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42.06%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7.81%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33.33%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7.14%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31.37%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1.92%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27.5%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7.5%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13.33%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19.51%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2.44%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17.14%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11.43%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17.05%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6.82%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14.29%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10.71%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9.09%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4.84%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1.61%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4.35%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集成商业务部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736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25.88%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5.61%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6583680" y="10972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latin typeface="微软雅黑"/>
              </a:defRPr>
            </a:pPr>
            <a:r>
              <a:t>📊 本轮学习情况分析</a:t>
            </a:r>
          </a:p>
          <a:p>
            <a:br/>
            <a:pPr>
              <a:defRPr sz="1000">
                <a:latin typeface="微软雅黑"/>
              </a:defRPr>
            </a:pPr>
            <a:r>
              <a:t>1. 整体情况：本轮总参与人数为 622 人，整体完成率为 25.88%。</a:t>
            </a:r>
          </a:p>
          <a:p>
            <a:br/>
            <a:pPr>
              <a:defRPr sz="1000">
                <a:latin typeface="微软雅黑"/>
              </a:defRPr>
            </a:pPr>
            <a:r>
              <a:t>2. 排名情况：目前 拉美区 以 46.43% 的完成率位列第一。</a:t>
            </a:r>
          </a:p>
          <a:p>
            <a:br/>
            <a:pPr>
              <a:defRPr sz="1000">
                <a:latin typeface="微软雅黑"/>
              </a:defRPr>
            </a:pPr>
            <a:r>
              <a:t>4. 重点关注：拉美区, 中东北非区 进度相对落后，需提醒尽快完成学习任务。</a:t>
            </a:r>
          </a:p>
          <a:p>
            <a:br/>
            <a:pPr>
              <a:defRPr sz="1000">
                <a:latin typeface="微软雅黑"/>
              </a:defRPr>
            </a:pPr>
            <a:r>
              <a:t>5. 环比变化：本轮为首次数据对比分析，已增加“上一轮学习完成率”参考列，后续将持续追踪进度变化情况。</a:t>
            </a: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318</Words>
  <Application>Microsoft Office PowerPoint</Application>
  <PresentationFormat>宽屏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 内训覆盖42%,XXX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504</cp:revision>
  <dcterms:created xsi:type="dcterms:W3CDTF">2025-03-24T01:45:08Z</dcterms:created>
  <dcterms:modified xsi:type="dcterms:W3CDTF">2026-04-16T11:23:24Z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d46a6755_b77b54e0_58457ea007ee40e34735a61ad824642c449803a332cb7f90b3442b7f9fc116e5_47f7d3bd7a588c8c18c0632b9e0d61a5779744d1f8a3196113846b3ccc7c8cac</vt:lpwstr>
  </property>
  <property fmtid="{D5CDD505-2E9C-101B-9397-08002B2CF9AE}" pid="5" name="GSEDS_HWMT_d46a6755">
    <vt:lpwstr>f2457335_mFV3xD84Jik3OMpOk3v/rWLywjA=_8QYrr15fIzUrXb1P4gKfrrlCuFixJbQLDZjFCqUN8G4qhq+0m9yaPaAGkuZABU9LII/VbXTYIraNTfvRdzAD+nzy+lY=_a969955c</vt:lpwstr>
  </property>
</Properties>
</file>