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能力地图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内训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赋能进展：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截至 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19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号，海外整体课程学习任务完成率为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42.24%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kumimoji="0" lang="en-US" altLang="zh-CN" sz="1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marR="0" lvl="0" indent="-171450" defTabSz="914400" rtl="0" eaLnBrk="1" fontAlgn="auto" latinLnBrk="0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目前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非洲区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100%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0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中东北非区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74.33%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，赋能覆盖进展较好，大区对能力地图的学习组织和管理动作有效配套落地。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巴西、拉美、东南亚、墨西哥、西欧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的课程任务的完成率低于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，需要重点关注进度推进。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针对本地员工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英语学习困难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等客观问题，单点同步总部，推进本地化考察结合模式，完成整体赋能落地。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F3CA34D-6462-4144-9349-F2D866F2A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410090"/>
              </p:ext>
            </p:extLst>
          </p:nvPr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/>
              <a:tblGrid>
                <a:gridCol w="1574119">
                  <a:extLst>
                    <a:ext uri="{9D8B030D-6E8A-4147-A177-3AD203B41FA5}">
                      <a16:colId xmlns:a16="http://schemas.microsoft.com/office/drawing/2014/main" val="1407148624"/>
                    </a:ext>
                  </a:extLst>
                </a:gridCol>
                <a:gridCol w="1574119">
                  <a:extLst>
                    <a:ext uri="{9D8B030D-6E8A-4147-A177-3AD203B41FA5}">
                      <a16:colId xmlns:a16="http://schemas.microsoft.com/office/drawing/2014/main" val="2494048927"/>
                    </a:ext>
                  </a:extLst>
                </a:gridCol>
                <a:gridCol w="1574119">
                  <a:extLst>
                    <a:ext uri="{9D8B030D-6E8A-4147-A177-3AD203B41FA5}">
                      <a16:colId xmlns:a16="http://schemas.microsoft.com/office/drawing/2014/main" val="429297324"/>
                    </a:ext>
                  </a:extLst>
                </a:gridCol>
                <a:gridCol w="1797116">
                  <a:extLst>
                    <a:ext uri="{9D8B030D-6E8A-4147-A177-3AD203B41FA5}">
                      <a16:colId xmlns:a16="http://schemas.microsoft.com/office/drawing/2014/main" val="2187344429"/>
                    </a:ext>
                  </a:extLst>
                </a:gridCol>
              </a:tblGrid>
              <a:tr h="54734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420740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13.33%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102552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11.43%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977175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10.71%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525713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128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7.81%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148676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7.5%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017060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7.14%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839178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6.82%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238958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2.44%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744243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52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1.92%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040539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1.79%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756445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1.61%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233057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026706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488492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369918"/>
                  </a:ext>
                </a:extLst>
              </a:tr>
            </a:tbl>
          </a:graphicData>
        </a:graphic>
      </p:graphicFrame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latin typeface="微软雅黑"/>
              </a:defRPr>
            </a:pPr>
            <a:r>
              <a:t>📊 本轮学习情况分析</a:t>
            </a:r>
          </a:p>
          <a:p>
            <a:br/>
            <a:pPr>
              <a:defRPr sz="1000">
                <a:latin typeface="微软雅黑"/>
              </a:defRPr>
            </a:pPr>
            <a:r>
              <a:t>1. 整体情况：本轮总参与人数为 624 人，整体完成率为 5.61%。</a:t>
            </a:r>
          </a:p>
          <a:p>
            <a:br/>
            <a:pPr>
              <a:defRPr sz="1000">
                <a:latin typeface="微软雅黑"/>
              </a:defRPr>
            </a:pPr>
            <a:r>
              <a:t>2. 排名情况：目前 英国区 以 13.33% 的完成率位列第一。</a:t>
            </a:r>
          </a:p>
          <a:p>
            <a:br/>
            <a:pPr>
              <a:defRPr sz="1000">
                <a:latin typeface="微软雅黑"/>
              </a:defRPr>
            </a:pPr>
            <a:r>
              <a:t>4. 重点关注：英国区, 欧亚区 进度相对落后，需提醒尽快完成学习任务。</a:t>
            </a:r>
          </a:p>
          <a:p>
            <a:br/>
            <a:pPr>
              <a:defRPr sz="1000">
                <a:latin typeface="微软雅黑"/>
              </a:defRPr>
            </a:pPr>
            <a:r>
              <a:t>5. 环比变化：本轮为首次数据对比分析，已增加“上一轮学习完成率”参考列，后续将持续追踪进度变化情况。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