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能力地图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内训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赋能进展：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截至 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19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号，海外整体课程学习任务完成率为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42.24%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kumimoji="0" lang="en-US" altLang="zh-CN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defTabSz="914400" rtl="0" eaLnBrk="1" fontAlgn="auto" latinLnBrk="0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目前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非洲区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100%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0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中东北非区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74.33%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，赋能覆盖进展较好，大区对能力地图的学习组织和管理动作有效配套落地。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巴西、拉美、东南亚、墨西哥、西欧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的课程任务的完成率低于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，需要重点关注进度推进。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针对本地员工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英语学习困难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等客观问题，单点同步总部，推进本地化考察结合模式，完成整体赋能落地。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57.14%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46.43%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42.86%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42.06%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33.33%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33.33%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31.37%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31.37%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24.39%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19.51%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17.86%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14.29%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17.14%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17.14%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17.05%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17.05%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9.09%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9.09%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8.7%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4.35%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4.84%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4.84%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27.65%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25.88%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latin typeface="微软雅黑"/>
              </a:defRPr>
            </a:pPr>
            <a:r>
              <a:t>📊 本轮学习情况分析</a:t>
            </a:r>
          </a:p>
          <a:p>
            <a:br/>
            <a:pPr>
              <a:defRPr sz="1000">
                <a:latin typeface="微软雅黑"/>
              </a:defRPr>
            </a:pPr>
            <a:r>
              <a:t>1. 整体情况：本轮总参与人数为 622 人，整体完成率为 27.65%。</a:t>
            </a:r>
          </a:p>
          <a:p>
            <a:br/>
            <a:pPr>
              <a:defRPr sz="1000">
                <a:latin typeface="微软雅黑"/>
              </a:defRPr>
            </a:pPr>
            <a:r>
              <a:t>2. 排名情况：目前 拉美区 以 57.14% 的完成率位列第一。</a:t>
            </a:r>
          </a:p>
          <a:p>
            <a:br/>
            <a:pPr>
              <a:defRPr sz="1000">
                <a:latin typeface="微软雅黑"/>
              </a:defRPr>
            </a:pPr>
            <a:r>
              <a:t>4. 重点关注：拉美区, 中东北非区 进度相对落后，需提醒尽快完成学习任务。</a:t>
            </a:r>
          </a:p>
          <a:p>
            <a:br/>
            <a:pPr>
              <a:defRPr sz="1000">
                <a:latin typeface="微软雅黑"/>
              </a:defRPr>
            </a:pPr>
            <a:r>
              <a:t>5. 环比变化：本轮为首次数据对比分析，已增加“上一轮学习完成率”参考列，后续将持续追踪进度变化情况。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