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3"/>
  </p:notesMasterIdLst>
  <p:sldIdLst>
    <p:sldId id="317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0A97B2-BEE1-40A8-8CC3-C146CCFB2EBB}">
          <p14:sldIdLst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272692294" name="LY。" initials="L" lastIdx="1" clrIdx="8"/>
  <p:cmAuthor id="7" name="Lillian Tong 童丽媛" initials="LT童" lastIdx="1" clrIdx="6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569" autoAdjust="0"/>
  </p:normalViewPr>
  <p:slideViewPr>
    <p:cSldViewPr snapToGrid="0" showGuides="1">
      <p:cViewPr varScale="1">
        <p:scale>
          <a:sx n="73" d="100"/>
          <a:sy n="73" d="100"/>
        </p:scale>
        <p:origin x="204" y="52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942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GSEDS_d46a6755_58457ea0_1_7">
            <a:extLst>
              <a:ext uri="{FF2B5EF4-FFF2-40B4-BE49-F238E27FC236}">
                <a16:creationId xmlns:a16="http://schemas.microsoft.com/office/drawing/2014/main" id="{D8AAC47C-9108-4AD8-A6D1-1A108D96F9F7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2026-04-16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AFFB2235-96E4-4474-A245-DC13F7D698D5}"/>
              </a:ext>
            </a:extLst>
          </p:cNvPr>
          <p:cNvSpPr txBox="1"/>
          <p:nvPr/>
        </p:nvSpPr>
        <p:spPr>
          <a:xfrm>
            <a:off x="0" y="1552711"/>
            <a:ext cx="10965532" cy="478777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1483518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极客行动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内训覆盖</a:t>
            </a:r>
            <a:r>
              <a:rPr lang="en-US" altLang="zh-CN" sz="1600" dirty="0">
                <a:solidFill>
                  <a:srgbClr val="FF0000"/>
                </a:solidFill>
              </a:rPr>
              <a:t>42%,XXX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625" y="754613"/>
            <a:ext cx="1778140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H2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541430" y="1177075"/>
            <a:ext cx="3071634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能力地图内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训进展表格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5A7BC3B-8242-4878-B6B3-679855866C37}"/>
              </a:ext>
            </a:extLst>
          </p:cNvPr>
          <p:cNvSpPr txBox="1"/>
          <p:nvPr/>
        </p:nvSpPr>
        <p:spPr>
          <a:xfrm>
            <a:off x="0" y="5982598"/>
            <a:ext cx="4163961" cy="24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52400" algn="l">
              <a:lnSpc>
                <a:spcPct val="125000"/>
              </a:lnSpc>
            </a:pP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说明：</a:t>
            </a:r>
            <a:r>
              <a:rPr lang="zh-CN" altLang="en-US" sz="800" b="1" dirty="0">
                <a:solidFill>
                  <a:srgbClr val="C0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学习完成率</a:t>
            </a:r>
            <a:r>
              <a:rPr lang="zh-CN" altLang="zh-CN" sz="800" b="1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为 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</a:t>
            </a:r>
            <a:r>
              <a:rPr lang="en-US" altLang="zh-CN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考试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通过人员占</a:t>
            </a:r>
            <a:r>
              <a:rPr lang="zh-CN" altLang="en-US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总课程下发人数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的百分比</a:t>
            </a:r>
            <a:endParaRPr lang="zh-CN" altLang="zh-CN" sz="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04799" y="1552711"/>
          <a:ext cx="6519473" cy="46239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1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1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1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1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13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13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已完成人数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学习完成率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本轮排名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上一轮学习完成率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13.33%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13.33%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11.43%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11.43%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10.71%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10.71%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7.81%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7.81%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7.14%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7.14%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6.82%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6.82%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2.44%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2.44%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1.92%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1.92%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1.79%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1.79%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1.61%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1.61%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集成商业务部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36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5.61%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5.61%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7020548" y="1796837"/>
            <a:ext cx="4249783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400" b="1">
                <a:latin typeface="微软雅黑"/>
              </a:defRPr>
            </a:pPr>
            <a:r>
              <a:rPr dirty="0"/>
              <a:t>📊 </a:t>
            </a:r>
            <a:r>
              <a:rPr dirty="0" err="1"/>
              <a:t>本轮学习情况分析</a:t>
            </a:r>
            <a:endParaRPr dirty="0"/>
          </a:p>
          <a:p>
            <a:br>
              <a:rPr dirty="0"/>
            </a:br>
            <a:r>
              <a:rPr dirty="0"/>
              <a:t>1. </a:t>
            </a:r>
            <a:r>
              <a:rPr dirty="0" err="1"/>
              <a:t>整体情况：本轮总参与人数为</a:t>
            </a:r>
            <a:r>
              <a:rPr dirty="0"/>
              <a:t> 624 </a:t>
            </a:r>
            <a:r>
              <a:rPr dirty="0" err="1"/>
              <a:t>人，整体完成率为</a:t>
            </a:r>
            <a:r>
              <a:rPr dirty="0"/>
              <a:t> 5.61%。</a:t>
            </a:r>
          </a:p>
          <a:p>
            <a:br>
              <a:rPr dirty="0"/>
            </a:br>
            <a:r>
              <a:rPr dirty="0"/>
              <a:t>2. </a:t>
            </a:r>
            <a:r>
              <a:rPr dirty="0" err="1"/>
              <a:t>排名情况：目前</a:t>
            </a:r>
            <a:r>
              <a:rPr dirty="0"/>
              <a:t> </a:t>
            </a:r>
            <a:r>
              <a:rPr dirty="0" err="1"/>
              <a:t>英国区</a:t>
            </a:r>
            <a:r>
              <a:rPr dirty="0"/>
              <a:t> 以 13.33% </a:t>
            </a:r>
            <a:r>
              <a:rPr dirty="0" err="1"/>
              <a:t>的完成率位列第一</a:t>
            </a:r>
            <a:r>
              <a:rPr dirty="0"/>
              <a:t>。</a:t>
            </a:r>
          </a:p>
          <a:p>
            <a:br>
              <a:rPr dirty="0"/>
            </a:br>
            <a:r>
              <a:rPr dirty="0"/>
              <a:t>4. </a:t>
            </a:r>
            <a:r>
              <a:rPr dirty="0" err="1"/>
              <a:t>重点关注：英国区</a:t>
            </a:r>
            <a:r>
              <a:rPr dirty="0"/>
              <a:t>, </a:t>
            </a:r>
            <a:r>
              <a:rPr dirty="0" err="1"/>
              <a:t>欧亚区</a:t>
            </a:r>
            <a:r>
              <a:rPr dirty="0"/>
              <a:t> </a:t>
            </a:r>
            <a:r>
              <a:rPr dirty="0" err="1"/>
              <a:t>进度相对落后，需提醒尽快完成学习任务</a:t>
            </a:r>
            <a:r>
              <a:rPr dirty="0"/>
              <a:t>。</a:t>
            </a:r>
          </a:p>
          <a:p>
            <a:br>
              <a:rPr dirty="0"/>
            </a:br>
            <a:r>
              <a:rPr dirty="0"/>
              <a:t>5. </a:t>
            </a:r>
            <a:r>
              <a:rPr dirty="0" err="1"/>
              <a:t>环比变化：本轮为首次数据对比分析，已增加“上一轮学习完成率”参考列，后续将持续追踪进度变化情况</a:t>
            </a:r>
            <a:r>
              <a:rPr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36996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15013</TotalTime>
  <Words>240</Words>
  <Application>Microsoft Office PowerPoint</Application>
  <PresentationFormat>宽屏</PresentationFormat>
  <Paragraphs>123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方案-极客行动 | 内训覆盖42%,XXX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505</cp:revision>
  <dcterms:created xsi:type="dcterms:W3CDTF">2025-03-24T01:45:08Z</dcterms:created>
  <dcterms:modified xsi:type="dcterms:W3CDTF">2026-04-16T11:50:53Z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d46a6755_b77b54e0_58457ea007ee40e34735a61ad824642c449803a332cb7f90b3442b7f9fc116e5_47f7d3bd7a588c8c18c0632b9e0d61a5779744d1f8a3196113846b3ccc7c8cac</vt:lpwstr>
  </property>
  <property fmtid="{D5CDD505-2E9C-101B-9397-08002B2CF9AE}" pid="5" name="GSEDS_HWMT_d46a6755">
    <vt:lpwstr>f2457335_mFV3xD84Jik3OMpOk3v4rr3RU6w=_8QYrr15fIzUrXb1P4gKfrrlCuFixJbQLDZjFCqUN8G4qhq+0m9yaPaAGkuZABU9LII/VbXTYIraNTfvRdzAD+nzy+lY=_68f45567</vt:lpwstr>
  </property>
</Properties>
</file>