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90.24%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93.75%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93.83%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90.12%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92.86%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92.86%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92.68%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84.55%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92.31%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89.74%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90.0%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76.32%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73.68%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人力资源部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94.01%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90.24%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latin typeface="微软雅黑"/>
              </a:defRPr>
            </a:pPr>
            <a:r>
              <a:t>本轮学习情况分析</a:t>
            </a:r>
          </a:p>
          <a:p>
            <a:pPr>
              <a:defRPr sz="1000">
                <a:latin typeface="微软雅黑"/>
              </a:defRPr>
            </a:pPr>
            <a:r>
              <a:t>1. 整体情况：本轮总参与人数 584 人，整体完成率 94.01%。</a:t>
            </a:r>
          </a:p>
          <a:p>
            <a:pPr>
              <a:defRPr sz="1000">
                <a:latin typeface="微软雅黑"/>
              </a:defRPr>
            </a:pPr>
            <a:r>
              <a:t>2. 领先小组：前3名为 东北欧区（100.0%）、国际合作部（100.0%）、南洋区（100.0%）。</a:t>
            </a:r>
          </a:p>
          <a:p>
            <a:pPr>
              <a:defRPr sz="1000">
                <a:latin typeface="微软雅黑"/>
              </a:defRPr>
            </a:pPr>
            <a:r>
              <a:t>3. 待提升小组：后3名为 西欧区（76.32%）、人力资源部（0.0%）、集成商业务部（0.0%），建议重点跟进未完成人员。</a:t>
            </a:r>
          </a:p>
          <a:p>
            <a:pPr>
              <a:defRPr sz="1000">
                <a:latin typeface="微软雅黑"/>
              </a:defRPr>
            </a:pPr>
            <a:r>
              <a:t>4. 排名提升：国际合作部（8→2）、欧亚区（6→5）。</a:t>
            </a:r>
          </a:p>
          <a:p>
            <a:pPr>
              <a:defRPr sz="1000">
                <a:latin typeface="微软雅黑"/>
              </a:defRPr>
            </a:pPr>
            <a:r>
              <a:t>5. 排名下滑：墨西哥区（2→4）、拉美区（4→6）。</a:t>
            </a:r>
          </a:p>
          <a:p>
            <a:pPr>
              <a:defRPr sz="1000">
                <a:latin typeface="微软雅黑"/>
              </a:defRPr>
            </a:pPr>
            <a:r>
              <a:t>6. 完成率提升：英国区 提升 10.00 个百分点（80.00%→90.00%）。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