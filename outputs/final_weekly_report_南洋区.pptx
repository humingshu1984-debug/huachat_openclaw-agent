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80.36%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73.21%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68.29%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53.66%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61.11%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65.96%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48.94%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61.63%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39.77%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61.29%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60.71%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39.02%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36.59%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38.89%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58.44%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45.07%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616 人，整体完成率 58.44%。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拉美区（80.36%）、国际合作部（68.29%）、中东北非区（66.67%）。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欧亚区（38.89%）、墨西哥区（26.09%）、集成商业务部（0.0%），建议重点跟进未完成人员。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排名提升：大洋洲区（13→8）、南洋区（11→6）。</a:t>
            </a:r>
          </a:p>
          <a:p>
            <a:pPr>
              <a:defRPr sz="1000">
                <a:latin typeface="微软雅黑"/>
              </a:defRPr>
            </a:pPr>
            <a:r>
              <a:t>5. 排名下滑：英国区（6→10）、非洲区（4→7）。</a:t>
            </a:r>
          </a:p>
          <a:p>
            <a:pPr>
              <a:defRPr sz="1000">
                <a:latin typeface="微软雅黑"/>
              </a:defRPr>
            </a:pPr>
            <a:r>
              <a:t>6. 完成率提升：大洋洲区 提升 40.91 个百分点（9.09%→50.00%）。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