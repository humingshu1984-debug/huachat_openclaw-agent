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69.64%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69.64%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42.86%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42.86%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38.1%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38.1%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35.29%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35.29%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34.15%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34.15%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27.27%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27.27%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19.35%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19.35%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13.04%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13.04%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624 人，整体完成率为 36.7%。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拉美区 以 69.64%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重点关注：中东北非区, 非洲区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