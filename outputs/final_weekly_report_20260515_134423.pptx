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73.21%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73.21%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61.11%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61.11%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53.66%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53.66%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48.94%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48.94%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39.77%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39.77%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37.5%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36.59%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36.59%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25.81%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25.81%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45.07%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45.07%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619 人，整体完成率 45.07%。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拉美区（73.21%）、中东北非区（61.11%）、国际合作部（53.66%）。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墨西哥区（17.39%）、大洋洲区（9.09%）、集成商业务部（0.0%），建议重点跟进未完成人员。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