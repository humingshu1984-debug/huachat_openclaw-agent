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学员数量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人均学习时长(min)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考试通过率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179.6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192.9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189.3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155.1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182.4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173.7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206.1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151.0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189.7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145.8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83.9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1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211.0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  <a:tr h="52257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171.71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微软雅黑"/>
                        </a:rPr>
                        <a:t>100.00%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