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能力地图</a:t>
            </a:r>
            <a:r>
              <a:rPr lang="en-US" altLang="zh-CN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-</a:t>
            </a:r>
            <a:r>
              <a:rPr lang="zh-CN" altLang="en-US" sz="1400" b="1" dirty="0">
                <a:solidFill>
                  <a:srgbClr val="C00000"/>
                </a:solidFill>
                <a:latin typeface="微软雅黑" panose="020B0503020204020204" charset="-122"/>
                <a:ea typeface="微软雅黑" panose="020B0503020204020204" charset="-122"/>
              </a:rPr>
              <a:t>内训</a:t>
            </a:r>
            <a:r>
              <a: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赋能进展：</a:t>
            </a: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R="0" lvl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截至 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8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月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19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号，海外整体课程学习任务完成率为</a:t>
            </a:r>
            <a:r>
              <a:rPr kumimoji="0" lang="en-US" altLang="zh-CN" sz="1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42.24%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</a:t>
            </a:r>
            <a:endParaRPr kumimoji="0" lang="en-US" altLang="zh-CN" sz="100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marR="0" lvl="0" indent="-171450" defTabSz="914400" rtl="0" eaLnBrk="1" fontAlgn="auto" latinLnBrk="0" hangingPunct="1">
              <a:spcAft>
                <a:spcPts val="6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目前</a:t>
            </a:r>
            <a:r>
              <a:rPr kumimoji="0" lang="zh-CN" alt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00B050"/>
                </a:solidFill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非洲区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100%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、</a:t>
            </a:r>
            <a:r>
              <a:rPr lang="zh-CN" altLang="en-US" sz="1000" b="1" dirty="0">
                <a:solidFill>
                  <a:srgbClr val="00B050"/>
                </a:solidFill>
                <a:latin typeface="微软雅黑" panose="020B0503020204020204" charset="-122"/>
                <a:ea typeface="微软雅黑" panose="020B0503020204020204" charset="-122"/>
              </a:rPr>
              <a:t>中东北非区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课程任务的完成率</a:t>
            </a:r>
            <a:r>
              <a:rPr kumimoji="0" lang="en-US" altLang="zh-CN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74.33%</a:t>
            </a:r>
            <a:r>
              <a:rPr kumimoji="0" lang="zh-CN" altLang="en-US" sz="1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</a:rPr>
              <a:t>，赋能覆盖进展较好，大区对能力地图的学习组织和管理动作有效配套落地。</a:t>
            </a: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巴西、拉美、东南亚、墨西哥、西欧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的课程任务的完成率低于</a:t>
            </a:r>
            <a:r>
              <a:rPr lang="en-US" altLang="zh-CN" sz="1000" dirty="0">
                <a:latin typeface="微软雅黑" panose="020B0503020204020204" charset="-122"/>
                <a:ea typeface="微软雅黑" panose="020B0503020204020204" charset="-122"/>
              </a:rPr>
              <a:t>30%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，需要重点关注进度推进。</a:t>
            </a:r>
            <a:endParaRPr lang="en-US" altLang="zh-CN" sz="10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171450" indent="-171450"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针对本地员工</a:t>
            </a:r>
            <a:r>
              <a:rPr lang="zh-CN" altLang="en-US" sz="1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英语学习困难</a:t>
            </a:r>
            <a:r>
              <a:rPr lang="zh-CN" altLang="en-US" sz="1000" dirty="0">
                <a:latin typeface="微软雅黑" panose="020B0503020204020204" charset="-122"/>
                <a:ea typeface="微软雅黑" panose="020B0503020204020204" charset="-122"/>
              </a:rPr>
              <a:t>等客观问题，单点同步总部，推进本地化考察结合模式，完成整体赋能落地。</a:t>
            </a: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11.43%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10.71%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7.81%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7.14%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6.82%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2.44%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1.92%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1.79%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3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</a:p>
                  </a:txBody>
                  <a:tcPr/>
                </a:tc>
              </a:tr>
              <a:tr h="2736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5.61%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1400">
                <a:latin typeface="微软雅黑"/>
              </a:defRPr>
            </a:pPr>
            <a:r>
              <a:t>📊 本轮学习情况分析</a:t>
            </a:r>
          </a:p>
          <a:p>
            <a:br/>
            <a:pPr>
              <a:defRPr sz="1000">
                <a:latin typeface="微软雅黑"/>
              </a:defRPr>
            </a:pPr>
            <a:r>
              <a:t>1. 整体情况：本轮总参与人数为 624 人，整体完成率为 5.61%。</a:t>
            </a:r>
          </a:p>
          <a:p>
            <a:br/>
            <a:pPr>
              <a:defRPr sz="1000">
                <a:latin typeface="微软雅黑"/>
              </a:defRPr>
            </a:pPr>
            <a:r>
              <a:t>2. 排名情况：目前 英国区 以 13.33% 的完成率位列第一。</a:t>
            </a:r>
          </a:p>
          <a:p>
            <a:br/>
            <a:pPr>
              <a:defRPr sz="1000">
                <a:latin typeface="微软雅黑"/>
              </a:defRPr>
            </a:pPr>
            <a:r>
              <a:t>4. 重点关注：英国区, 欧亚区 进度相对落后，需提醒尽快完成学习任务。</a:t>
            </a:r>
          </a:p>
          <a:p>
            <a:br/>
            <a:pPr>
              <a:defRPr sz="1000">
                <a:latin typeface="微软雅黑"/>
              </a:defRPr>
            </a:pPr>
            <a:r>
              <a:t>5. 环比变化：本轮为首次数据对比分析，已增加“上一轮学习完成率”参考列，后续将持续追踪进度变化情况。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