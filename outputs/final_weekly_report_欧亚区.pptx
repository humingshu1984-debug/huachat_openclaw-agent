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96.67%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95.08%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94.64%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90.0%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89.29%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82.14%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84.38%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84.38%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82.61%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80.43%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75.0%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73.81%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72.8%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61.54%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61.54%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53.33%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53.33%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人力资源部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78.97%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77.52%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604 人，整体完成率 78.97%。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墨西哥区（100.0%）、南洋区（96.67%）、拉美区（94.64%）。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英国区（53.33%）、人力资源部（0.0%）、集成商业务部（0.0%），建议重点跟进未完成人员。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排名提升：大洋洲区（8→4）、非洲区（6→5）。</a:t>
            </a:r>
          </a:p>
          <a:p>
            <a:pPr>
              <a:defRPr sz="1000">
                <a:latin typeface="微软雅黑"/>
              </a:defRPr>
            </a:pPr>
            <a:r>
              <a:t>5. 排名下滑：国际合作部（4→6）、欧亚区（5→7）。</a:t>
            </a:r>
          </a:p>
          <a:p>
            <a:pPr>
              <a:defRPr sz="1000">
                <a:latin typeface="微软雅黑"/>
              </a:defRPr>
            </a:pPr>
            <a:r>
              <a:t>6. 完成率提升：大洋洲区 提升 10.00 个百分点（80.00%→90.00%）。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