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73.21%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69.64%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61.11%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50.0%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53.66%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38.1%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42.86%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48.94%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35.29%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20.0%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39.77%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27.27%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37.5%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35.0%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36.59%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34.15%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27.78%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27.78%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25.81%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19.35%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17.39%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13.04%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9.09%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9.09%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736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45.07%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619 人，整体完成率 45.07%。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拉美区（73.21%）、中东北非区（61.11%）、国际合作部（53.66%）。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墨西哥区（17.39%）、大洋洲区（9.09%）、集成商业务部（0.0%），建议重点跟进未完成人员。</a:t>
            </a:r>
          </a:p>
          <a:p>
            <a:pPr>
              <a:defRPr sz="1000">
                <a:latin typeface="微软雅黑"/>
              </a:defRPr>
            </a:pPr>
            <a:r>
              <a:t>4. 排名提升：英国区（10→6）、东南亚区（9→7）。</a:t>
            </a:r>
          </a:p>
          <a:p>
            <a:pPr>
              <a:defRPr sz="1000">
                <a:latin typeface="微软雅黑"/>
              </a:defRPr>
            </a:pPr>
            <a:r>
              <a:t>5. 排名下滑：西欧区（6→8）、巴西区（7→9）。</a:t>
            </a:r>
          </a:p>
          <a:p>
            <a:pPr>
              <a:defRPr sz="1000">
                <a:latin typeface="微软雅黑"/>
              </a:defRPr>
            </a:pPr>
            <a:r>
              <a:t>6. 完成率提升：英国区 提升 20.00 个百分点（20.00%→40.00%）。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