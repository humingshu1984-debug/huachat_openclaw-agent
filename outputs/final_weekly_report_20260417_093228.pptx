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5.61%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5.61%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624 人，整体完成率为 5.61%。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英国区 以 13.33%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重点关注：英国区, 欧亚区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