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21.43%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17.14%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11.43%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16.07%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1.79%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14.84%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7.81%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14.63%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2.44%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11.36%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7.69%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1.92%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3.23%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1.61%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5.61%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624 人，整体完成率为 13.3%。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西欧区 以 27.5%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4. 重点关注：西欧区, 国际合作部 进度相对落后，需提醒尽快完成学习任务。</a:t>
            </a:r>
          </a:p>
          <a:p>
            <a:br/>
            <a:pPr>
              <a:defRPr sz="1000">
                <a:latin typeface="微软雅黑"/>
              </a:defRPr>
            </a:pPr>
            <a:r>
              <a:t>5. 环比变化：本轮为首次数据对比分析，已增加“上一轮学习完成率”参考列，后续将持续追踪进度变化情况。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